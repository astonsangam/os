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274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34D399"/>
                </a:solidFill>
                <a:latin typeface="Segoe UI"/>
              </a:defRPr>
            </a:pPr>
            <a:r>
              <a:t>HOBBY OPERATING SYSTEM PROJECT</a:t>
            </a:r>
          </a:p>
          <a:p>
            <a:pPr>
              <a:spcAft>
                <a:spcPts val="800"/>
              </a:spcAft>
              <a:defRPr sz="6400" b="1">
                <a:solidFill>
                  <a:srgbClr val="FFFFFF"/>
                </a:solidFill>
                <a:latin typeface="Segoe UI"/>
              </a:defRPr>
            </a:pPr>
            <a:r>
              <a:t>PadandasOS</a:t>
            </a:r>
          </a:p>
          <a:p>
            <a:pPr>
              <a:spcAft>
                <a:spcPts val="3600"/>
              </a:spcAft>
              <a:defRPr sz="2000">
                <a:solidFill>
                  <a:srgbClr val="9CA3AF"/>
                </a:solidFill>
                <a:latin typeface="Segoe UI"/>
              </a:defRPr>
            </a:pPr>
            <a:r>
              <a:t>A custom 32-bit x86 operating system kernel written in C++ and Assembly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389120"/>
            <a:ext cx="301752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4440" y="4526280"/>
            <a:ext cx="36576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4526280"/>
            <a:ext cx="256032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CA3AF"/>
                </a:solidFill>
                <a:latin typeface="Segoe UI"/>
              </a:defRPr>
            </a:pPr>
            <a:r>
              <a:t>PLATFORM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x86 32-Bit (Multiboot)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389120"/>
            <a:ext cx="301752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4526280"/>
            <a:ext cx="36576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4526280"/>
            <a:ext cx="256032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CA3AF"/>
                </a:solidFill>
                <a:latin typeface="Segoe UI"/>
              </a:defRPr>
            </a:pPr>
            <a:r>
              <a:t>TOOLCHAIN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GCC / NASM / QEMU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389120"/>
            <a:ext cx="3017520" cy="12801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4526280"/>
            <a:ext cx="36576" cy="365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4526280"/>
            <a:ext cx="256032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9CA3AF"/>
                </a:solidFill>
                <a:latin typeface="Segoe UI"/>
              </a:defRPr>
            </a:pPr>
            <a:r>
              <a:t>CORE FEATURES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Preemptive Scheduler, VGA, Keyboard, Mouse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Segoe UI"/>
              </a:defRPr>
            </a:pPr>
            <a:r>
              <a:t>PADANDASOS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Project Overview &amp;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572000" cy="4206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54864" cy="3931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11480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PadandasOS Core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Core Purpose: Built as a fully functional educational kernel to study operating system principles and bare-metal programming.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Native Execution: Loads in Protected Mode (32-bit flat memory addressing) directly executing C++ code without a standard runtime library.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Boot Standard: Compliant with Multiboot specifications, enabling bootloading via GRUB or directly inside QEMU.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Interactive Features: Demonstrates hardware driver integration, asynchronous event interrupts, and multi-thread task scheduler loop.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828800"/>
            <a:ext cx="5715000" cy="868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0" y="1993392"/>
            <a:ext cx="548640" cy="54864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057400"/>
            <a:ext cx="548640" cy="5486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38528"/>
            <a:ext cx="46177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Boot &amp; Setup (loader.s)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Loads Multiboot header and kernel entry point at physical memory address 1MB. Calls kernel_main.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834640"/>
            <a:ext cx="5715000" cy="868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43600" y="2999232"/>
            <a:ext cx="548640" cy="54864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3063240"/>
            <a:ext cx="548640" cy="5486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944368"/>
            <a:ext cx="46177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CPU Setup (gdt &amp; idt)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Configures GDT segment registers, flushes tables, and registers IDT Interrupt Service Routines (ISRs).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3840480"/>
            <a:ext cx="5715000" cy="868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43600" y="4005072"/>
            <a:ext cx="548640" cy="54864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4069080"/>
            <a:ext cx="548640" cy="5486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950208"/>
            <a:ext cx="46177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Device Drivers (timer, kbd, mouse)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Binds interrupt handlers, sets up PIT Timer at 100Hz, initializes VGA console, keyboard, and PS/2 mouse.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4846320"/>
            <a:ext cx="5715000" cy="868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43600" y="5010912"/>
            <a:ext cx="548640" cy="54864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5074920"/>
            <a:ext cx="548640" cy="5486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956048"/>
            <a:ext cx="46177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4. Round-Robin Scheduler</a:t>
            </a:r>
          </a:p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Populates execution threads, allocates stack space, enables processor interrupts, and initiates round-robin task switching.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Segoe UI"/>
              </a:defRPr>
            </a:pPr>
            <a:r>
              <a:t>PADANDASOS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GDT &amp; IDT: Core Processor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54864" cy="3931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6634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Global Descriptor Table (GDT)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Segments Configuration: Establishes base addresses, access limits, and privilege levels for system memory.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Flat Memory Model: Configures the full 4GB memory workspace as segment regions: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- Selector 0x00: Null Segment (Required standard)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- Selector 0x08: Kernel Code Segment (Flat base, Limit 4GB, Ring 0)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- Selector 0x10: Kernel Data Segment (Flat base, Limit 4GB, Ring 0)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Flush Routine: Handled in assembly (gdt_flush.s). Performs a far jump to reload the CS register, and updates DS, ES, FS, GS, SS to the data selector (0x10).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120640" cy="4206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965960"/>
            <a:ext cx="54864" cy="3931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Interrupt Descriptor Table (IDT)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Interrupt Routing: Configures up to 256 interrupt gates containing pointers to individual ISR wrapper routines.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CPU Exceptions (0-31): Registers handlers for CPU faults (such as division-by-zero, page faults, or double faults) for active debugging.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IRQs &amp; PIT (32-47): Configures the PIC (8259 PIC registers) to offset hardware interrupts to avoid overlap with exceptions.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Interrupt Core: Loaded using lidt command via assembly wrapper (idt_load.s) and maps handler pointers (interrupts.s).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Segoe UI"/>
              </a:defRPr>
            </a:pPr>
            <a:r>
              <a:t>PADANDASOS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Device Drivers: System Timer &amp; Keyboard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54864" cy="3931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6634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Programmable Interval Timer (PIT)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Port Configuration: Accessible via I/O Port 0x43 (Command) and 0x40 (Channel 0 data byte ports).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Frequency Divisor: Takes the internal clock oscillator (1,193,180 Hz) and splits it using a calculated frequency divisor.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100 Hz Frequency: Configured to fire every 10 milliseconds, triggering an IRQ 0 interrupt.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Timer Interrupts: Increments a global tick counter (timer_ticks) on every interrupt and triggers the task scheduler context switch.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120640" cy="4206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965960"/>
            <a:ext cx="54864" cy="3931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PS/2 Keyboard Input Driver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Port Polling: Triggers on IRQ 1 when a key state alters; reads raw keyboard scancode byte from Port 0x60.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Keyboard Mapping: Translates standard scancodes into ASCII values using a layout translation lookup table (kbdus).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Circular Buffer: Incorporates a 256-byte circular ring buffer (kb_buffer) storing keys asynchronously for non-blocking read.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Active Pause Switch: Listens for key 'P' or 'p' to flip threads_paused state, stopping thread console output.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Diagnostic Output: Writes raw keys directly to character position (0, 24) on the VGA screen to verify I/O responsiveness.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Segoe UI"/>
              </a:defRPr>
            </a:pPr>
            <a:r>
              <a:t>PADANDASOS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Device Drivers: VGA Console &amp; PS/2 Mouse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54864" cy="3931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6634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VGA Text Mode Console Driver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Direct Memory Access: Mapped to standard physical video memory address 0xB8000 in text mode (80x25 characters).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Console Operations: Handles cursor navigation, character output, colored background configurations, and console cleanups.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Scrolling: Automatically scrolls text up when lines hit bottom, copying memory blocks to maintain readability.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Custom UI: Renders a retro ASCII welcome banner at boot, along with colorized kernel status indicators.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120640" cy="4206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965960"/>
            <a:ext cx="54864" cy="3931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PS/2 Mouse Driver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Auxiliary Configuration: Activates PS/2 auxiliary interface (using Port 0x64 and status configurations).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Packet Setup: Configures standard reporting packet rate and default mouse configuration settings.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3-Byte Packet Parsing: Captures three continuous byte packets on IRQ 12 representing buttons, X offset, and Y offset data.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Diagnostic Flag: Flashes a red 'M' letter at top-right position (79, 0) of the screen to indicate real-time mouse packet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Segoe UI"/>
              </a:defRPr>
            </a:pPr>
            <a:r>
              <a:t>PADANDASOS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Scheduler &amp; Context Switching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54864" cy="3931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6634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Round-Robin Task Scheduling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Thread Allocation: Manages up to 10 thread structs. Each gets an isolated 4096-byte memory stack array.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Singly Circular List: Linked task nodes form a circular ring starting at the default kernel main thread.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Task Registration: scheduler_add_thread() creates new threads by building simulated interrupt stacks.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Context Switch: Executed on PIT timer tick (IRQ 0). Automatically stores active task's ESP pointer and returns the next thread's ESP state.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120640" cy="4206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965960"/>
            <a:ext cx="54864" cy="3931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Simulated Interrupt Stack Structure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When a thread is initialized, its stack is populated with a custom register frame containing: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- Standard IRET Frame: EFLAGS (with interrupts enabled via 0x202), CS selector (0x08), EIP pointer (entry point address).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- ISR Info: Dummy values for error code and interrupt index.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- General Registers: EAX, ECX, EDX, EBX, ESP, EBP, ESI, EDI.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- Segment Registers: DS, ES, FS, GS (set to 0x10 selector).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During context switch, the ISR returns to the new thread's stack pointer, letting the CPU resume thread execution seamlessly.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Segoe UI"/>
              </a:defRPr>
            </a:pPr>
            <a:r>
              <a:t>PADANDASOS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Compilation &amp; Build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206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54864" cy="3931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8346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1. Compilation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Assembly Code: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NASM compiles bootstrap loader and IDT handler stubs to Win32 object formats: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nasm -f win32 --prefix _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C++ Core Files: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GCC/G++ compiles kernel files using freestanding flags: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-m32 -ffreestanding -O2 -Wall -fno-exceptions -fno-rtti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291840" cy="4206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965960"/>
            <a:ext cx="54864" cy="3931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57400"/>
            <a:ext cx="28346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2. Linking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ld Linker: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Merges compiled objects using linker.ld configurations.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Entry Alignment: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Aligns kernel loader at 1MB (0x100000) as expected by the Multiboot spec, setting sections in order: text, data, bss.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Intermediate Binary: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Generates a Win32 PE executable named kernel.pe.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291840" cy="4206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965960"/>
            <a:ext cx="54864" cy="3931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57400"/>
            <a:ext cx="28346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3. Extraction &amp; Run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ELF-32 Conversion: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Uses objcopy to strip PE formats and extract sectors into an ELF-32 binary kernel.bin.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Emulation: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Launches using QEMU to execute the Multiboot kernel: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qemu-system-i386 -kernel kernel.bin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Build Automation: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  Supported via build.ps1 script and project Makefile.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34D399"/>
                </a:solidFill>
                <a:latin typeface="Segoe UI"/>
              </a:defRPr>
            </a:pPr>
            <a:r>
              <a:t>PADANDASOS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Future Roadmap &amp; Kernel Extensions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371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54864" cy="3931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6634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Kernel Core Upgrades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Virtual Memory Paging: Implement page directories and tables to enable memory mapping, protecting the kernel and separating memory spaces.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Kernel Heap Allocator: Introduce dynamic memory allocation (malloc/free routines) via placement allocators or linked list block split algorithms.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Ring 3 User Space: Establish user segment descriptors in GDT, configuring the CPU to execute user-mode tasks with limited hardware privilege.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120640" cy="4206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965960"/>
            <a:ext cx="54864" cy="39319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663440" cy="3840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8BDF8"/>
                </a:solidFill>
                <a:latin typeface="Segoe UI"/>
              </a:defRPr>
            </a:pPr>
            <a:r>
              <a:t>I/O System Upgrades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System Call Interface: Implement software interrupts (like int 0x80) enabling user programs to request kernel operations safely.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Interactive CLI Shell: Develop a full shell reading from keyboard buffers to execute commands, query active threads, and run built-in apps.</a:t>
            </a:r>
          </a:p>
          <a:p>
            <a:pPr>
              <a:spcAft>
                <a:spcPts val="600"/>
              </a:spcAft>
              <a:defRPr sz="1100">
                <a:solidFill>
                  <a:srgbClr val="D1D5DB"/>
                </a:solidFill>
                <a:latin typeface="Segoe UI"/>
              </a:defRPr>
            </a:pPr>
            <a:r>
              <a:t>• File System Integration: Mount a RAM disk or implement a FAT driver to read and write executable binaries and text documents.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